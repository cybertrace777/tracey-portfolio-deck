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00F0FF"/>
            </a:solidFill>
            <a:ln w="38100" cap="flat">
              <a:solidFill>
                <a:srgbClr val="00F0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F0FF"/>
              </a:solidFill>
              <a:ln w="9525" cap="flat">
                <a:solidFill>
                  <a:srgbClr val="00F0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0E27"/>
              </a:solidFill>
              <a:effectLst/>
            </c:spPr>
          </c:dPt>
          <c:dPt>
            <c:idx val="1"/>
            <c:bubble3D val="0"/>
            <c:spPr>
              <a:solidFill>
                <a:srgbClr val="E6F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0A0E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LLM / Machine Learning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Power Automate</c:v>
                  </c:pt>
                  <c:pt idx="7">
                    <c:v>Excel</c:v>
                  </c:pt>
                  <c:pt idx="8">
                    <c:v>Virtualization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84</c:v>
                </c:pt>
                <c:pt idx="4">
                  <c:v>90</c:v>
                </c:pt>
                <c:pt idx="5">
                  <c:v>93</c:v>
                </c:pt>
                <c:pt idx="6">
                  <c:v>90</c:v>
                </c:pt>
                <c:pt idx="7">
                  <c:v>95</c:v>
                </c:pt>
                <c:pt idx="8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508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F0FF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5+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Insurance, Cybersecurity and CISSP - 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Org Training via KnowBe4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Excel (Pivot Tables, VLOOKUP)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 BI, Tableau &amp; LLMs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 Automate &amp; AI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Predictive Modeling &amp;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Complete CRM build — coding, development, maintenance, secure auth, encryption, RBAC.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Power BI dashboards for incidents, compliance, and sales metrics — auditing, trends &amp; revenue forecasting.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Incident Response &amp; KnowBe4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IR playbooks, remediation workflows, and org-wide KnowBe4 security awareness training.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IT Ticketing System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Built ticketing system for org-wide issue reporting, triage, and resolution tracking.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Internal AI Agents (Power Automate)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Power Automate AI Agents for HR, IT, and Sales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E27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Mentor Women entering cybersecurity via RTC &amp; ISSA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0F0FF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E6F1FF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F0FF"/>
                </a:solidFill>
              </a:rPr>
              <a:t>cybertrace777.github.io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2026-04-08T23:39:21Z</dcterms:created>
  <dcterms:modified xsi:type="dcterms:W3CDTF">2026-04-08T23:39:21Z</dcterms:modified>
</cp:coreProperties>
</file>