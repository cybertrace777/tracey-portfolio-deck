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5F2D"/>
                </a:solidFill>
                <a:latin typeface="Arial"/>
              </a:rPr>
              <a:t>Incidents Trend (6 mo)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 Detected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5F2D"/>
                </a:solidFill>
                <a:latin typeface="Arial"/>
              </a:rPr>
              <a:t>Endpoint Protection Coverage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Endpoints Protected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Cloud Security</c:v>
                  </c:pt>
                  <c:pt idx="1">
                    <c:v>IAM/RBAC</c:v>
                  </c:pt>
                  <c:pt idx="2">
                    <c:v>IDS/IPS</c:v>
                  </c:pt>
                  <c:pt idx="3">
                    <c:v>SIEM/Log Analysis</c:v>
                  </c:pt>
                  <c:pt idx="4">
                    <c:v>Python/SQL</c:v>
                  </c:pt>
                  <c:pt idx="5">
                    <c:v>Power BI</c:v>
                  </c:pt>
                  <c:pt idx="6">
                    <c:v>PowerShell</c:v>
                  </c:pt>
                  <c:pt idx="7">
                    <c:v>Virtualization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95</c:v>
                </c:pt>
                <c:pt idx="2">
                  <c:v>88</c:v>
                </c:pt>
                <c:pt idx="3">
                  <c:v>85</c:v>
                </c:pt>
                <c:pt idx="4">
                  <c:v>90</c:v>
                </c:pt>
                <c:pt idx="5">
                  <c:v>93</c:v>
                </c:pt>
                <c:pt idx="6">
                  <c:v>87</c:v>
                </c:pt>
                <c:pt idx="7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TRACEY SCOTT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• Cloud Infrastructure • SOC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09728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IT Operations Manager &amp; Business Analyst  |  Greenville, SC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017"/>
                </a:solidFill>
              </a:rPr>
              <a:t>Portfolio Deck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 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669280" cy="5120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Cybersecurity-focused IT leader with 3+ years building and securing enterprise cloud and hybrid infrastructure in fast-paced startup environments.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translate business risk into actionable security strategy — architecting frameworks, governance, and monitoring that protect data while enabling growth.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leading IT Operations at RightPath Insurance and CISSP-certified.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188720"/>
            <a:ext cx="2514600" cy="2194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188720"/>
            <a:ext cx="25146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08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92240" y="2560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Years Experience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89720" y="1188720"/>
            <a:ext cx="2514600" cy="2194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9189720" y="1188720"/>
            <a:ext cx="25146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9189720" y="1508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89720" y="2560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Months to Full Security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657600"/>
            <a:ext cx="2514600" cy="2194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3657600"/>
            <a:ext cx="25146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9776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92240" y="5029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Predictive Model Accuracy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3657600"/>
            <a:ext cx="2514600" cy="2194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9720" y="3657600"/>
            <a:ext cx="25146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39776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89720" y="5029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Clouds (AWS • Azure • GCP)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&amp; Core Competencies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09728" cy="2468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Operations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IDS/IPS &amp; Firewall Admin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Endpoint / EDR &amp; MDM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Incident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Log Analysis &amp; SIEM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66928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188720"/>
            <a:ext cx="109728" cy="2468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&amp; Infrastructure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AWS, Azure, GCP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IAM / RBAC / Azure 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VMware, Hyper-V, Docker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M365 &amp; SaaS Admin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66928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840480"/>
            <a:ext cx="109728" cy="2468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Risk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GDPR, SOX, ITIL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Risk Assessment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Vulnerability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Security Policy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66928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3840480"/>
            <a:ext cx="109728" cy="2468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Automation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52628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PowerShell, Python, SQL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Power BI &amp; Tableau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Predictive Modeling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1A"/>
                </a:solidFill>
              </a:rPr>
              <a:t>Workflow Automation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Operations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5C"/>
                </a:solidFill>
              </a:rPr>
              <a:t>Executive view I built at RightPath to monitor posture, incidents, and compliance.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Uptime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74320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Critical Breaches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74320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Threats Mitigated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417320"/>
            <a:ext cx="274320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RBAC Coverage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65176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6400800" y="26517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Projects &amp; Achievements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2423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Enterprise Security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Architected endpoint, IDS/IPS, MDM, and access governance for startup in 6 months.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2423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188720"/>
            <a:ext cx="274320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Secure Multi-Cloud 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AWS + Azure infrastructure with IAM, RBAC, encryption, and least-privilege controls.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743200" cy="2423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88720"/>
            <a:ext cx="274320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CRM Secure 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Led CRM configuration with secure auth, encryption, and role-based permissions.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188720"/>
            <a:ext cx="2743200" cy="2423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9098280" y="1188720"/>
            <a:ext cx="274320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81160" y="17190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Executive Dashboards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24231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Built Power BI dashboards for incidents, access activity, and compliance metrics.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743200" cy="2423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94760"/>
            <a:ext cx="274320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325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Incident Response Program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Developed IR documentation, escalation playbooks, and remediation workflows.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794760"/>
            <a:ext cx="2743200" cy="2423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9" name="Shape 27"/>
          <p:cNvSpPr/>
          <p:nvPr/>
        </p:nvSpPr>
        <p:spPr>
          <a:xfrm>
            <a:off x="3337560" y="3794760"/>
            <a:ext cx="274320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20440" y="4325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DR &amp; Business Continuity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5029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Backup, disaster recovery, and BCP procedures for hybrid infrastructure.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794760"/>
            <a:ext cx="2743200" cy="2423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3794760"/>
            <a:ext cx="274320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325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Internal AI Chatbots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50292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Built AI chatbots for multiple departments with CRM, Microsoft 365, and SharePoint connectivity.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Proficiency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5C"/>
                </a:solidFill>
              </a:rPr>
              <a:t>Self-assessed proficiency across the stack I use in production.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12471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Met &amp; Surpassed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9144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703320" cy="2331720"/>
          </a:xfrm>
          <a:prstGeom prst="rect">
            <a:avLst/>
          </a:prstGeom>
          <a:solidFill>
            <a:srgbClr val="F5F5F5">
              <a:alpha val="1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Full security framework stood up from zero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703320" cy="2331720"/>
          </a:xfrm>
          <a:prstGeom prst="rect">
            <a:avLst/>
          </a:prstGeom>
          <a:solidFill>
            <a:srgbClr val="F5F5F5">
              <a:alpha val="1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Predictive model accuracy delivered to stakeholders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703320" cy="2331720"/>
          </a:xfrm>
          <a:prstGeom prst="rect">
            <a:avLst/>
          </a:prstGeom>
          <a:solidFill>
            <a:srgbClr val="F5F5F5">
              <a:alpha val="1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645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1248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Reporting accuracy gain through data 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703320" cy="2331720"/>
          </a:xfrm>
          <a:prstGeom prst="rect">
            <a:avLst/>
          </a:prstGeom>
          <a:solidFill>
            <a:srgbClr val="F5F5F5">
              <a:alpha val="1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RBAC / least-privilege coverage across hybrid env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886200"/>
            <a:ext cx="3703320" cy="2331720"/>
          </a:xfrm>
          <a:prstGeom prst="rect">
            <a:avLst/>
          </a:prstGeom>
          <a:solidFill>
            <a:srgbClr val="F5F5F5">
              <a:alpha val="1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160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26280" y="5212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Critical incidents since framework rollout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3703320" cy="2331720"/>
          </a:xfrm>
          <a:prstGeom prst="rect">
            <a:avLst/>
          </a:prstGeom>
          <a:solidFill>
            <a:srgbClr val="F5F5F5">
              <a:alpha val="1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160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412480" y="5212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Public clouds secured and administered (AWS/Azure/GCP)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669280" cy="5120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Professional Goals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</a:rPr>
              <a:t>Earn CISSP certification (in progress)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</a:rPr>
              <a:t>Lead a cybersecurity operations team or SOC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</a:rPr>
              <a:t>Deepen cloud security automation &amp; IaC practice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</a:rPr>
              <a:t>Mentor women entering cybersecurity via RTC &amp; ISSA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1A"/>
                </a:solidFill>
              </a:rPr>
              <a:t>Contribute to enterprise zero-trust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1051560"/>
            <a:ext cx="5212080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Connect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6656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D4A017"/>
                </a:solidFill>
              </a:rPr>
              <a:t>Tracey Scott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97BC62"/>
                </a:solidFill>
              </a:rPr>
              <a:t>IT Operations Manager &amp; Business Analyst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</a:rPr>
              <a:t>Greenville, SC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</a:rPr>
              <a:t>(864) 775-2929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</a:rPr>
              <a:t>traceysscott82@gmail.com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</a:rPr>
              <a:t>linkedin.com/in/traceysscott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traceytheanalyst.github.io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601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Tracey Scott  |  Cybersecurity • Cloud • SOC  |  traceysscott82@gmail.com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Tracey Scott — Portfolio</dc:title>
  <dc:subject>PptxGenJS Presentation</dc:subject>
  <dc:creator>Tracey Scott</dc:creator>
  <cp:lastModifiedBy>Tracey Scott</cp:lastModifiedBy>
  <cp:revision>1</cp:revision>
  <dcterms:created xsi:type="dcterms:W3CDTF">2026-04-08T22:07:58Z</dcterms:created>
  <dcterms:modified xsi:type="dcterms:W3CDTF">2026-04-08T22:07:58Z</dcterms:modified>
</cp:coreProperties>
</file>