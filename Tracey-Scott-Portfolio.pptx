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Arial"/>
              </a:rPr>
              <a:t>Incidents Trend (6 mo)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Incidents Detected</c:v>
                </c:pt>
              </c:strCache>
            </c:strRef>
          </c:tx>
          <c:spPr>
            <a:solidFill>
              <a:srgbClr val="F59E0B"/>
            </a:solidFill>
            <a:ln w="38100" cap="flat">
              <a:solidFill>
                <a:srgbClr val="F59E0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59E0B"/>
              </a:solidFill>
              <a:ln w="9525" cap="flat">
                <a:solidFill>
                  <a:srgbClr val="F59E0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</c:v>
                </c:pt>
                <c:pt idx="1">
                  <c:v>9</c:v>
                </c:pt>
                <c:pt idx="2">
                  <c:v>7</c:v>
                </c:pt>
                <c:pt idx="3">
                  <c:v>5</c:v>
                </c:pt>
                <c:pt idx="4">
                  <c:v>4</c:v>
                </c:pt>
                <c:pt idx="5">
                  <c:v>2</c:v>
                </c:pt>
              </c:numCache>
            </c:numRef>
          </c:val>
          <c:smooth val="1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8FAFC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761"/>
                </a:solidFill>
                <a:latin typeface="Arial"/>
              </a:defRPr>
            </a:pPr>
            <a:r>
              <a:rPr sz="1400" b="0" i="0" u="none" strike="noStrike">
                <a:solidFill>
                  <a:srgbClr val="1E2761"/>
                </a:solidFill>
                <a:latin typeface="Arial"/>
              </a:rPr>
              <a:t>Endpoint Protection Coverage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Coverage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Endpoints Protected</c:v>
                </c:pt>
                <c:pt idx="1">
                  <c:v>Pending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96</c:v>
                </c:pt>
                <c:pt idx="1">
                  <c:v>4</c:v>
                </c:pt>
              </c:numCache>
            </c:numRef>
          </c:val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Proficiency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172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Cloud Security</c:v>
                  </c:pt>
                  <c:pt idx="1">
                    <c:v>IAM/RBAC</c:v>
                  </c:pt>
                  <c:pt idx="2">
                    <c:v>IDS/IPS</c:v>
                  </c:pt>
                  <c:pt idx="3">
                    <c:v>SIEM/Log Analysis</c:v>
                  </c:pt>
                  <c:pt idx="4">
                    <c:v>Python/SQL</c:v>
                  </c:pt>
                  <c:pt idx="5">
                    <c:v>Power BI</c:v>
                  </c:pt>
                  <c:pt idx="6">
                    <c:v>PowerShell</c:v>
                  </c:pt>
                  <c:pt idx="7">
                    <c:v>Virtualization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92</c:v>
                </c:pt>
                <c:pt idx="1">
                  <c:v>95</c:v>
                </c:pt>
                <c:pt idx="2">
                  <c:v>88</c:v>
                </c:pt>
                <c:pt idx="3">
                  <c:v>85</c:v>
                </c:pt>
                <c:pt idx="4">
                  <c:v>90</c:v>
                </c:pt>
                <c:pt idx="5">
                  <c:v>93</c:v>
                </c:pt>
                <c:pt idx="6">
                  <c:v>87</c:v>
                </c:pt>
                <c:pt idx="7">
                  <c:v>86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172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F172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920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spc="200" kern="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TRACEY SCOTT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9718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 • Cloud Infrastructure • SOC Analysis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822960" y="361188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7947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</a:rPr>
              <a:t>IT Operations Manager &amp; Business Analyst  |  Greenville, SC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59E0B"/>
                </a:solidFill>
              </a:rPr>
              <a:t>Portfolio Deck  • 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Who I Am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280160"/>
            <a:ext cx="512064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Cybersecurity-focused IT leader with 3+ years building and securing enterprise cloud and hybrid infrastructure in fast-paced startup environments.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translate business risk into actionable security strategy — architecting frameworks, governance, and monitoring that protect data while enabling growth.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leading IT Operations at RightPath Insurance and CISSP-certified.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188720"/>
            <a:ext cx="25146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Shape 4"/>
          <p:cNvSpPr/>
          <p:nvPr/>
        </p:nvSpPr>
        <p:spPr>
          <a:xfrm>
            <a:off x="6492240" y="1188720"/>
            <a:ext cx="2514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7" name="Text 5"/>
          <p:cNvSpPr/>
          <p:nvPr/>
        </p:nvSpPr>
        <p:spPr>
          <a:xfrm>
            <a:off x="649224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3+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649224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Years Experience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189720" y="1188720"/>
            <a:ext cx="25146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0" name="Shape 8"/>
          <p:cNvSpPr/>
          <p:nvPr/>
        </p:nvSpPr>
        <p:spPr>
          <a:xfrm>
            <a:off x="9189720" y="1188720"/>
            <a:ext cx="2514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1" name="Text 9"/>
          <p:cNvSpPr/>
          <p:nvPr/>
        </p:nvSpPr>
        <p:spPr>
          <a:xfrm>
            <a:off x="9189720" y="150876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9189720" y="256032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Months to Full Security Framework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92240" y="3657600"/>
            <a:ext cx="25146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Shape 12"/>
          <p:cNvSpPr/>
          <p:nvPr/>
        </p:nvSpPr>
        <p:spPr>
          <a:xfrm>
            <a:off x="6492240" y="3657600"/>
            <a:ext cx="2514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9224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800" dirty="0"/>
          </a:p>
        </p:txBody>
      </p:sp>
      <p:sp>
        <p:nvSpPr>
          <p:cNvPr id="16" name="Text 14"/>
          <p:cNvSpPr/>
          <p:nvPr/>
        </p:nvSpPr>
        <p:spPr>
          <a:xfrm>
            <a:off x="649224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Predictive Model Accuracy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89720" y="3657600"/>
            <a:ext cx="2514600" cy="219456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8" name="Shape 16"/>
          <p:cNvSpPr/>
          <p:nvPr/>
        </p:nvSpPr>
        <p:spPr>
          <a:xfrm>
            <a:off x="9189720" y="3657600"/>
            <a:ext cx="25146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9189720" y="3977640"/>
            <a:ext cx="2514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9189720" y="5029200"/>
            <a:ext cx="2514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Clouds (AWS • Azure • GCP)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Knowledge &amp; Core Competencies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57200" y="1188720"/>
            <a:ext cx="109728" cy="2468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IDS/IPS &amp; Firewall Admin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Endpoint / EDR &amp; MDM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Incident Response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Log Analysis &amp; SIEM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309360" y="1188720"/>
            <a:ext cx="109728" cy="2468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6583680" y="132588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Cloud &amp; Infrastructure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629400" y="187452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AWS, Azure, GCP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IAM / RBAC / Azure AD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VMware, Hyper-V, Docker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M365 &amp; SaaS Admin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7200" y="3840480"/>
            <a:ext cx="109728" cy="2468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&amp; Risk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77724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GDPR, SOX, ITIL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Risk Assessment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Vulnerability Management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Security Policy Design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09360" y="3840480"/>
            <a:ext cx="5669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ADCFC"/>
            </a:solidFill>
            <a:prstDash val="solid"/>
          </a:ln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309360" y="3840480"/>
            <a:ext cx="109728" cy="24688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6583680" y="397764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Analytics &amp; Automation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629400" y="4526280"/>
            <a:ext cx="521208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PowerShell, Python, SQL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Power BI &amp; Tableau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Predictive Modeling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0F172A"/>
                </a:solidFill>
              </a:rPr>
              <a:t>Workflow Automation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Security Operations Dashboard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Executive view I built at RightPath to monitor posture, incidents, and compliance.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74320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99.8%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45720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Uptime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417320"/>
            <a:ext cx="274320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8" name="Text 6"/>
          <p:cNvSpPr/>
          <p:nvPr/>
        </p:nvSpPr>
        <p:spPr>
          <a:xfrm>
            <a:off x="333756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33756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Critical Breaches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417320"/>
            <a:ext cx="274320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21792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Threats Mitigated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98280" y="1417320"/>
            <a:ext cx="2743200" cy="10058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4" name="Text 12"/>
          <p:cNvSpPr/>
          <p:nvPr/>
        </p:nvSpPr>
        <p:spPr>
          <a:xfrm>
            <a:off x="9098280" y="1463040"/>
            <a:ext cx="2743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909828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ADCFC"/>
                </a:solidFill>
              </a:rPr>
              <a:t>RBAC Coverage</a:t>
            </a:r>
            <a:endParaRPr lang="en-US" sz="1200" dirty="0"/>
          </a:p>
        </p:txBody>
      </p:sp>
      <p:graphicFrame>
        <p:nvGraphicFramePr>
          <p:cNvPr id="16" name="Chart 0" descr=""/>
          <p:cNvGraphicFramePr/>
          <p:nvPr/>
        </p:nvGraphicFramePr>
        <p:xfrm>
          <a:off x="457200" y="2651760"/>
          <a:ext cx="566928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Chart 1" descr=""/>
          <p:cNvGraphicFramePr/>
          <p:nvPr/>
        </p:nvGraphicFramePr>
        <p:xfrm>
          <a:off x="6400800" y="2651760"/>
          <a:ext cx="5303520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Shape 14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9" name="Text 15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Projects &amp; Achievements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18872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Enterprise Security Framework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Architected endpoint, IDS/IPS, MDM, and access governance for startup in 6 months.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37560" y="118872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9" name="Shape 7"/>
          <p:cNvSpPr/>
          <p:nvPr/>
        </p:nvSpPr>
        <p:spPr>
          <a:xfrm>
            <a:off x="3337560" y="118872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352044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Secure Multi-Cloud Deployment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2044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AWS + Azure infrastructure with IAM, RBAC, encryption, and least-privilege controls.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118872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217920" y="118872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CRM Secure Deployment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Led CRM configuration with secure auth, encryption, and role-based permissions.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098280" y="118872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9" name="Shape 17"/>
          <p:cNvSpPr/>
          <p:nvPr/>
        </p:nvSpPr>
        <p:spPr>
          <a:xfrm>
            <a:off x="9098280" y="118872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928116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9281160" y="171907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Executive Dashboards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281160" y="242316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Built Power BI dashboards for incidents, access activity, and compliance metrics.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379476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4" name="Shape 22"/>
          <p:cNvSpPr/>
          <p:nvPr/>
        </p:nvSpPr>
        <p:spPr>
          <a:xfrm>
            <a:off x="457200" y="379476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4008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Incident Response Program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4008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Developed IR documentation, escalation playbooks, and remediation workflows.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37560" y="379476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9" name="Shape 27"/>
          <p:cNvSpPr/>
          <p:nvPr/>
        </p:nvSpPr>
        <p:spPr>
          <a:xfrm>
            <a:off x="3337560" y="379476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0" name="Text 28"/>
          <p:cNvSpPr/>
          <p:nvPr/>
        </p:nvSpPr>
        <p:spPr>
          <a:xfrm>
            <a:off x="352044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2044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DR &amp; Business Continuity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352044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Backup, disaster recovery, and BCP procedures for hybrid infrastructure.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217920" y="3794760"/>
            <a:ext cx="2743200" cy="242316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34" name="Shape 32"/>
          <p:cNvSpPr/>
          <p:nvPr/>
        </p:nvSpPr>
        <p:spPr>
          <a:xfrm>
            <a:off x="6217920" y="3794760"/>
            <a:ext cx="274320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5" name="Text 33"/>
          <p:cNvSpPr/>
          <p:nvPr/>
        </p:nvSpPr>
        <p:spPr>
          <a:xfrm>
            <a:off x="6400800" y="39776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6400800" y="4325112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</a:rPr>
              <a:t>Internal AI Chatbots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0" y="5029200"/>
            <a:ext cx="246888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F172A"/>
                </a:solidFill>
              </a:rPr>
              <a:t>Built AI chatbots for multiple departments with CRM, Microsoft 365, and SharePoint connectivity.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9" name="Text 37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Technical Proficiency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9601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</a:rPr>
              <a:t>Self-assessed proficiency across the stack I use in production.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463040"/>
          <a:ext cx="11247120" cy="4937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6" name="Text 3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Goals Met &amp; Surpassed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9144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MO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400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Full security framework stood up from zero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88%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5262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Predictive model accuracy delivered to stakeholders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229600" y="13716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0" y="16459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+10%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8412480" y="26974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Reporting accuracy gain through data validation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100%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6400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RBAC / least-privilege coverage across hybrid env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45262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Critical incidents since framework rollout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229600" y="3886200"/>
            <a:ext cx="3703320" cy="2331720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0" y="4160520"/>
            <a:ext cx="3383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8412480" y="52120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</a:rPr>
              <a:t>Public clouds secured and administered (AWS/Azure/GCP)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5669280" cy="5120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1887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</a:rPr>
              <a:t>Professional Goals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1691640"/>
            <a:ext cx="5029200" cy="4297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Earn CISSP certification (in progress)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Lead a cybersecurity operations team or SOC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Deepen cloud security automation &amp; IaC practice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Mentor women entering cybersecurity via RTC &amp; ISSA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</a:rPr>
              <a:t>Contribute to enterprise zero-trust architecture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92240" y="1051560"/>
            <a:ext cx="5212080" cy="512064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7" name="Shape 5"/>
          <p:cNvSpPr/>
          <p:nvPr/>
        </p:nvSpPr>
        <p:spPr>
          <a:xfrm>
            <a:off x="6492240" y="1051560"/>
            <a:ext cx="5212080" cy="9144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1371600"/>
            <a:ext cx="4572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Connect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766560" y="2103120"/>
            <a:ext cx="475488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1000"/>
              </a:spcAft>
              <a:buNone/>
            </a:pPr>
            <a:r>
              <a:rPr lang="en-US" sz="1800" b="1" dirty="0">
                <a:solidFill>
                  <a:srgbClr val="F59E0B"/>
                </a:solidFill>
              </a:rPr>
              <a:t>Tracey Scott</a:t>
            </a:r>
            <a:endParaRPr lang="en-US" sz="1400" dirty="0"/>
          </a:p>
          <a:p>
            <a:pPr indent="0" marL="0">
              <a:spcAft>
                <a:spcPts val="1600"/>
              </a:spcAft>
              <a:buNone/>
            </a:pPr>
            <a:r>
              <a:rPr lang="en-US" sz="1400" i="1" dirty="0">
                <a:solidFill>
                  <a:srgbClr val="CADCFC"/>
                </a:solidFill>
              </a:rPr>
              <a:t>IT Operations Manager &amp; Business Analyst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Greenville, SC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(864) 775-2929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traceysscott82@gmail.com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linkedin.com/in/traceysscott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59E0B"/>
                </a:solidFill>
              </a:rPr>
              <a:t>traceytheanalyst.github.io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0" y="6583680"/>
            <a:ext cx="12161520" cy="27432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6601968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Tracey Scott  |  Cybersecurity • Cloud • SOC  |  traceysscott82@gmail.com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521440" y="6601968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ADCFC"/>
                </a:solidFill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Tracey Scott — Portfolio</dc:title>
  <dc:subject>PptxGenJS Presentation</dc:subject>
  <dc:creator>Tracey Scott</dc:creator>
  <cp:lastModifiedBy>Tracey Scott</cp:lastModifiedBy>
  <cp:revision>1</cp:revision>
  <dcterms:created xsi:type="dcterms:W3CDTF">2026-04-08T22:30:55Z</dcterms:created>
  <dcterms:modified xsi:type="dcterms:W3CDTF">2026-04-08T22:30:55Z</dcterms:modified>
</cp:coreProperties>
</file>